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&amp; Streams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Functional programming in Java</a:t>
            </a:r>
          </a:p>
          <a:p>
            <a:r>
              <a:t>• Introduced in Java 8</a:t>
            </a:r>
          </a:p>
          <a:p>
            <a:r>
              <a:t>• Enables concise, declarative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Lambda?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Less boilerplate</a:t>
            </a:r>
          </a:p>
          <a:p>
            <a:r>
              <a:t>• Readable code</a:t>
            </a:r>
          </a:p>
          <a:p>
            <a:r>
              <a:t>• Works naturally with Streams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(params) -&gt; expression</a:t>
            </a:r>
          </a:p>
          <a:p>
            <a:r>
              <a:t>(params) -&gt; { statements }</a:t>
            </a:r>
          </a:p>
        </p:txBody>
      </p:sp>
      <p:pic>
        <p:nvPicPr>
          <p:cNvPr id="4" name="Picture 3" descr="lambda_synt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Exactly one abstract method</a:t>
            </a:r>
          </a:p>
          <a:p>
            <a:r>
              <a:t>• Example: Runnable, Callable, Predicate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Functional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Predicate&lt;T&gt;</a:t>
            </a:r>
          </a:p>
          <a:p>
            <a:r>
              <a:t>Function&lt;T,R&gt;</a:t>
            </a:r>
          </a:p>
          <a:p>
            <a:r>
              <a:t>Consumer&lt;T&gt;</a:t>
            </a:r>
          </a:p>
          <a:p>
            <a:r>
              <a:t>Supplier&lt;T&gt;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References ::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Static: Class::method</a:t>
            </a:r>
          </a:p>
          <a:p>
            <a:r>
              <a:t>• Instance: obj::method</a:t>
            </a:r>
          </a:p>
          <a:p>
            <a:r>
              <a:t>• Constructor: Class::new</a:t>
            </a:r>
          </a:p>
        </p:txBody>
      </p:sp>
      <p:pic>
        <p:nvPicPr>
          <p:cNvPr id="4" name="Picture 3" descr="method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Collections Before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loops and iterators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Collections With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list.forEach(System.out::println)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Streams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Sequence of elements</a:t>
            </a:r>
          </a:p>
          <a:p>
            <a:r>
              <a:t>• Supports functional operations</a:t>
            </a:r>
          </a:p>
        </p:txBody>
      </p:sp>
      <p:pic>
        <p:nvPicPr>
          <p:cNvPr id="4" name="Picture 3" descr="strea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→ Intermediate → Terminal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filter()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stream.filter(x -&gt; x &gt; 10)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map()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stream.map(String::toUpperCase)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reduce()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stream.reduce(0, Integer::sum)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stream.parallel() for parallel processing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transactions using Streams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Readable</a:t>
            </a:r>
          </a:p>
          <a:p>
            <a:r>
              <a:t>• Declarative</a:t>
            </a:r>
          </a:p>
          <a:p>
            <a:r>
              <a:t>• Easy parallelism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Streams are single-use</a:t>
            </a:r>
          </a:p>
          <a:p>
            <a:r>
              <a:t>• Side effects in lambdas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Prefer method references</a:t>
            </a:r>
          </a:p>
          <a:p>
            <a:r>
              <a:t>• Keep lambdas simple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Know map vs filter</a:t>
            </a:r>
          </a:p>
          <a:p>
            <a:r>
              <a:t>• Know lazy vs terminal ops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Lambda + Streams = Modern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